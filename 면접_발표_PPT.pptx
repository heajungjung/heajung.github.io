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54864" cy="27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457200"/>
            <a:ext cx="4114800" cy="4114800"/>
          </a:xfrm>
          <a:prstGeom prst="ellipse">
            <a:avLst/>
          </a:prstGeom>
          <a:solidFill>
            <a:srgbClr val="253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1371600"/>
            <a:ext cx="2286000" cy="2286000"/>
          </a:xfrm>
          <a:prstGeom prst="ellipse">
            <a:avLst/>
          </a:prstGeom>
          <a:solidFill>
            <a:srgbClr val="2C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A3F5"/>
                </a:solidFill>
                <a:latin typeface="Malgun Gothic"/>
              </a:rPr>
              <a:t>Backend Developer | Interview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algun Gothic"/>
              </a:rPr>
              <a:t>홍 길 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A3F5"/>
                </a:solidFill>
                <a:latin typeface="Malgun Gothic"/>
              </a:rPr>
              <a:t>Spring Boot · Java · REST API · JPA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37560"/>
            <a:ext cx="137160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35584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경력 3년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ACC"/>
                </a:solidFill>
                <a:latin typeface="Malgun Gothic"/>
              </a:rPr>
              <a:t>2024년 면접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1148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188720"/>
            <a:ext cx="658368" cy="65836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2070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Malgun Gothic"/>
              </a:rPr>
              <a:t>자기소개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  <a:latin typeface="Malgun Gothic"/>
              </a:rPr>
              <a:t>개인 프로필 및 핵심 역량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1005840"/>
            <a:ext cx="41148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0" y="1188720"/>
            <a:ext cx="658368" cy="65836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18872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12070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Malgun Gothic"/>
              </a:rPr>
              <a:t>기술 스택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59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  <a:latin typeface="Malgun Gothic"/>
              </a:rPr>
              <a:t>보유 기술 및 개발 환경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41148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3108960"/>
            <a:ext cx="658368" cy="65836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10896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1272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Malgun Gothic"/>
              </a:rPr>
              <a:t>주요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66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  <a:latin typeface="Malgun Gothic"/>
              </a:rPr>
              <a:t>실무 프로젝트 경험 소개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2926080"/>
            <a:ext cx="41148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29200" y="3108960"/>
            <a:ext cx="658368" cy="65836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310896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59" y="31272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Malgun Gothic"/>
              </a:rPr>
              <a:t>지원 동기 &amp; 비전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59" y="3566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  <a:latin typeface="Malgun Gothic"/>
              </a:rPr>
              <a:t>입사 후 목표 및 성장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자기소개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834640" cy="384048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188720"/>
            <a:ext cx="1920240" cy="19202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latin typeface="Segoe UI Emoji"/>
              </a:rPr>
              <a:t>👨‍💻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2004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2761"/>
                </a:solidFill>
                <a:latin typeface="Malgun Gothic"/>
              </a:rPr>
              <a:t>홍 길 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611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580"/>
                </a:solidFill>
                <a:latin typeface="Malgun Gothic"/>
              </a:rPr>
              <a:t>Backend Developer · 경력 3년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0050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📧 gildong@email.com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31596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🔗 github.com/gildong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960120"/>
            <a:ext cx="54406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960120"/>
            <a:ext cx="64008" cy="1170432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1612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Segoe UI Emoji"/>
              </a:rPr>
              <a:t>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2" y="10698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Malgun Gothic"/>
              </a:rPr>
              <a:t>개발 경험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2" y="143560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  <a:latin typeface="Malgun Gothic"/>
              </a:rPr>
              <a:t>Spring Boot 기반 REST API 서버 개발 3년
실무 프로젝트 5건 이상 참여 및 완수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258568"/>
            <a:ext cx="54406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2258568"/>
            <a:ext cx="64008" cy="1170432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4597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Segoe UI Emoji"/>
              </a:rPr>
              <a:t>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6512" y="23682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Malgun Gothic"/>
              </a:rPr>
              <a:t>문제 해결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6512" y="2734056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  <a:latin typeface="Malgun Gothic"/>
              </a:rPr>
              <a:t>장애 상황 분석 및 성능 병목 개선 경험
DB 쿼리 최적화로 응답속도 60% 단축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57015"/>
            <a:ext cx="54406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83280" y="3557015"/>
            <a:ext cx="64008" cy="1170432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758183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Segoe UI Emoji"/>
              </a:rPr>
              <a:t>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6512" y="366674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Malgun Gothic"/>
              </a:rPr>
              <a:t>협업 능력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2" y="4032504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  <a:latin typeface="Malgun Gothic"/>
              </a:rPr>
              <a:t>Agile/Scrum 방식 팀 협업 경험
GitHub PR 리뷰 및 코드 품질 관리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41148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4114800" cy="43891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698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" y="1572768"/>
            <a:ext cx="1737360" cy="3291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57276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Java 11/17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04872" y="1572768"/>
            <a:ext cx="1737360" cy="3291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04872" y="157276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Spring Boot 3.x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2011680"/>
            <a:ext cx="1737360" cy="3291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201168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Spring 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04872" y="2011680"/>
            <a:ext cx="1737360" cy="3291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201168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JPA/Hibernate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2450592"/>
            <a:ext cx="1737360" cy="3291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245059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MyBatis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79" y="1005840"/>
            <a:ext cx="41148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79" y="1005840"/>
            <a:ext cx="4114800" cy="43891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0698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Database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9471" y="1572768"/>
            <a:ext cx="1737360" cy="329184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9471" y="157276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algun Gothic"/>
              </a:rPr>
              <a:t>MySQL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39711" y="1572768"/>
            <a:ext cx="1737360" cy="329184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1" y="157276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algun Gothic"/>
              </a:rPr>
              <a:t>PostgreSQL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19471" y="2011680"/>
            <a:ext cx="1737360" cy="329184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9471" y="201168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algun Gothic"/>
              </a:rPr>
              <a:t>Redis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39711" y="2011680"/>
            <a:ext cx="1737360" cy="329184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1" y="201168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algun Gothic"/>
              </a:rPr>
              <a:t>SQLite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19471" y="2450592"/>
            <a:ext cx="1737360" cy="329184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19471" y="245059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algun Gothic"/>
              </a:rPr>
              <a:t>QueryDSL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154680"/>
            <a:ext cx="41148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3154680"/>
            <a:ext cx="4114800" cy="43891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21868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DevOps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" y="3721608"/>
            <a:ext cx="1737360" cy="329184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" y="37216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algun Gothic"/>
              </a:rPr>
              <a:t>Docker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04872" y="3721608"/>
            <a:ext cx="1737360" cy="329184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04872" y="37216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algun Gothic"/>
              </a:rPr>
              <a:t>GitHub Actions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" y="4160520"/>
            <a:ext cx="1737360" cy="329184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" y="416052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algun Gothic"/>
              </a:rPr>
              <a:t>AWS EC2/RDS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04872" y="4160520"/>
            <a:ext cx="1737360" cy="329184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04872" y="416052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algun Gothic"/>
              </a:rPr>
              <a:t>Nginx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" y="4599432"/>
            <a:ext cx="1737360" cy="329184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" y="459943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algun Gothic"/>
              </a:rPr>
              <a:t>Linux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79" y="3154680"/>
            <a:ext cx="41148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54879" y="3154680"/>
            <a:ext cx="4114800" cy="43891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37759" y="321868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Tools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19471" y="3721608"/>
            <a:ext cx="1737360" cy="329184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1" y="37216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algun Gothic"/>
              </a:rPr>
              <a:t>Git / GitHub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39711" y="3721608"/>
            <a:ext cx="1737360" cy="329184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39711" y="37216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algun Gothic"/>
              </a:rPr>
              <a:t>IntelliJ IDEA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19471" y="4160520"/>
            <a:ext cx="1737360" cy="329184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9471" y="416052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algun Gothic"/>
              </a:rPr>
              <a:t>Postman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39711" y="4160520"/>
            <a:ext cx="1737360" cy="329184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39711" y="416052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algun Gothic"/>
              </a:rPr>
              <a:t>Jira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19471" y="4599432"/>
            <a:ext cx="1737360" cy="329184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19471" y="459943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Malgun Gothic"/>
              </a:rPr>
              <a:t>Swagger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경력 타임라인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5960" y="1005840"/>
            <a:ext cx="45720" cy="3749039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1368" y="109728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515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2761"/>
                </a:solidFill>
                <a:latin typeface="Malgun Gothic"/>
              </a:rPr>
              <a:t>2021.03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005839"/>
            <a:ext cx="6492240" cy="77724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39"/>
            <a:ext cx="64008" cy="777240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0515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Malgun Gothic"/>
              </a:rPr>
              <a:t>ABC 솔루션(주) 입사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399031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• 스마트 물류 관리 시스템 백엔드 개발
• Spring Boot + JPA 기반 REST API 구현</a:t>
            </a:r>
          </a:p>
        </p:txBody>
      </p:sp>
      <p:sp>
        <p:nvSpPr>
          <p:cNvPr id="12" name="Oval 11"/>
          <p:cNvSpPr/>
          <p:nvPr/>
        </p:nvSpPr>
        <p:spPr>
          <a:xfrm>
            <a:off x="1801368" y="2011679"/>
            <a:ext cx="384048" cy="38404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9659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A623"/>
                </a:solidFill>
                <a:latin typeface="Malgun Gothic"/>
              </a:rPr>
              <a:t>2022.06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1920240"/>
            <a:ext cx="6492240" cy="777240"/>
          </a:xfrm>
          <a:prstGeom prst="rect">
            <a:avLst/>
          </a:prstGeom>
          <a:solidFill>
            <a:srgbClr val="FF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1920240"/>
            <a:ext cx="64008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19659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Malgun Gothic"/>
              </a:rPr>
              <a:t>핵심 프로젝트 투입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313432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• 대용량 데이터 처리 배치 시스템 구축
• 처리 속도 40% 개선, DB 쿼리 최적화</a:t>
            </a:r>
          </a:p>
        </p:txBody>
      </p:sp>
      <p:sp>
        <p:nvSpPr>
          <p:cNvPr id="18" name="Oval 17"/>
          <p:cNvSpPr/>
          <p:nvPr/>
        </p:nvSpPr>
        <p:spPr>
          <a:xfrm>
            <a:off x="1801368" y="2926079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8803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2761"/>
                </a:solidFill>
                <a:latin typeface="Malgun Gothic"/>
              </a:rPr>
              <a:t>2023.09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834640"/>
            <a:ext cx="6492240" cy="77724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0" y="2834640"/>
            <a:ext cx="64008" cy="777240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23160" y="28803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Malgun Gothic"/>
              </a:rPr>
              <a:t>파트 리드 경험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3227832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• 3인 팀 기술 리드, 코드 리뷰 문화 정착
• MSA 전환 프로젝트 참여 및 설계 기여</a:t>
            </a:r>
          </a:p>
        </p:txBody>
      </p:sp>
      <p:sp>
        <p:nvSpPr>
          <p:cNvPr id="24" name="Oval 23"/>
          <p:cNvSpPr/>
          <p:nvPr/>
        </p:nvSpPr>
        <p:spPr>
          <a:xfrm>
            <a:off x="1801368" y="3840480"/>
            <a:ext cx="384048" cy="38404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7947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A623"/>
                </a:solidFill>
                <a:latin typeface="Malgun Gothic"/>
              </a:rPr>
              <a:t>2024.03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3749040"/>
            <a:ext cx="6492240" cy="777240"/>
          </a:xfrm>
          <a:prstGeom prst="rect">
            <a:avLst/>
          </a:prstGeom>
          <a:solidFill>
            <a:srgbClr val="FF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0" y="3749040"/>
            <a:ext cx="64008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60" y="37947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Malgun Gothic"/>
              </a:rPr>
              <a:t>현재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4142232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• 인증/결제 모듈 개발 및 운영 담당
• Spring Security OAuth2 적용 완료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주요 프로젝트 ①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64592"/>
            <a:ext cx="210312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6459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2022.03 ~ 2022.12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Malgun Gothic"/>
              </a:rPr>
              <a:t>스마트 물류 통합 관리 플랫폼 (백엔드)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502920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64008" cy="3291840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4663440" cy="3108960"/>
          </a:xfrm>
          <a:prstGeom prst="rect">
            <a:avLst/>
          </a:prstGeom>
          <a:noFill/>
        </p:spPr>
        <p:txBody>
          <a:bodyPr wrap="square" l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E2761"/>
                </a:solidFill>
                <a:latin typeface="Malgun Gothic"/>
              </a:rPr>
              <a:t>📌 역할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6580"/>
                </a:solidFill>
                <a:latin typeface="Malgun Gothic"/>
              </a:rPr>
              <a:t>팀 내 백엔드 담당 개발자 (4인 팀)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6580"/>
                </a:solidFill>
                <a:latin typeface="Malgun Gothic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E2761"/>
                </a:solidFill>
                <a:latin typeface="Malgun Gothic"/>
              </a:rPr>
              <a:t>🛠 기술 스택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6580"/>
                </a:solidFill>
                <a:latin typeface="Malgun Gothic"/>
              </a:rPr>
              <a:t>Spring Boot 2.7 · MySQL · JPA · Redis
REST API · Docker · AWS EC2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6580"/>
                </a:solidFill>
                <a:latin typeface="Malgun Gothic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E2761"/>
                </a:solidFill>
                <a:latin typeface="Malgun Gothic"/>
              </a:rPr>
              <a:t>📋 주요 담당 업무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6580"/>
                </a:solidFill>
                <a:latin typeface="Malgun Gothic"/>
              </a:rPr>
              <a:t>• 입출고 관리 REST API 30개 이상 설계/구현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6580"/>
                </a:solidFill>
                <a:latin typeface="Malgun Gothic"/>
              </a:rPr>
              <a:t>• Redis 캐싱 도입으로 조회 속도 60% 개선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6580"/>
                </a:solidFill>
                <a:latin typeface="Malgun Gothic"/>
              </a:rPr>
              <a:t>• JWT 기반 인증 모듈 구현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1508760"/>
            <a:ext cx="3291840" cy="3291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A3F5"/>
                </a:solidFill>
                <a:latin typeface="Malgun Gothic"/>
              </a:rPr>
              <a:t>📊 주요 성과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148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  <a:latin typeface="Malgun Gothic"/>
              </a:rP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6060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</a:rPr>
              <a:t>API 응답속도 개선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0175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  <a:latin typeface="Malgun Gothic"/>
              </a:rPr>
              <a:t>30+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4747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</a:rPr>
              <a:t>REST API 설계 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886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  <a:latin typeface="Malgun Gothic"/>
              </a:rPr>
              <a:t>99.5%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43434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</a:rPr>
              <a:t>서비스 가용성 달성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주요 프로젝트 ②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64592"/>
            <a:ext cx="210312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6459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2023.06 ~ 2024.02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Malgun Gothic"/>
              </a:rPr>
              <a:t>대용량 데이터 배치 처리 시스템 구축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27432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64008" cy="1965960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27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Malgun Gothic"/>
              </a:rPr>
              <a:t>🎯 문제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84831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  <a:latin typeface="Malgun Gothic"/>
              </a:rPr>
              <a:t>일 1,000만 건 이상의
주문 데이터 실시간 처리 지연
(평균 처리 3~4시간 소요)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508760"/>
            <a:ext cx="27432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508760"/>
            <a:ext cx="64008" cy="1965960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627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Malgun Gothic"/>
              </a:rPr>
              <a:t>⚙️ 해결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084831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  <a:latin typeface="Malgun Gothic"/>
              </a:rPr>
              <a:t>Spring Batch + 멀티스레드
파티셔닝 구조 설계
청크 단위 처리 최적화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508760"/>
            <a:ext cx="27432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508760"/>
            <a:ext cx="64008" cy="1965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27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Malgun Gothic"/>
              </a:rPr>
              <a:t>✅ 결과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084831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  <a:latin typeface="Malgun Gothic"/>
              </a:rPr>
              <a:t>처리 시간 3시간→40분
(78% 단축)
안정적 배치 운영 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611880"/>
            <a:ext cx="8503920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611880"/>
            <a:ext cx="8503920" cy="384048"/>
          </a:xfrm>
          <a:prstGeom prst="rect">
            <a:avLst/>
          </a:prstGeom>
          <a:solidFill>
            <a:srgbClr val="28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6576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사용 기술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1856232" cy="329184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14800"/>
            <a:ext cx="1856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761"/>
                </a:solidFill>
                <a:latin typeface="Malgun Gothic"/>
              </a:rPr>
              <a:t>Spring Batch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50592" y="4114800"/>
            <a:ext cx="1216152" cy="329184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50592" y="4114800"/>
            <a:ext cx="1216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761"/>
                </a:solidFill>
                <a:latin typeface="Malgun Gothic"/>
              </a:rPr>
              <a:t>Java 17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03904" y="4114800"/>
            <a:ext cx="1472184" cy="329184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03904" y="4114800"/>
            <a:ext cx="1472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761"/>
                </a:solidFill>
                <a:latin typeface="Malgun Gothic"/>
              </a:rPr>
              <a:t>MySQL 8.0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13248" y="4114800"/>
            <a:ext cx="1856232" cy="329184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13248" y="4114800"/>
            <a:ext cx="1856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761"/>
                </a:solidFill>
                <a:latin typeface="Malgun Gothic"/>
              </a:rPr>
              <a:t>JPA/QueryDSL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4114800"/>
            <a:ext cx="960120" cy="329184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411480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761"/>
                </a:solidFill>
                <a:latin typeface="Malgun Gothic"/>
              </a:rPr>
              <a:t>Redis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19" y="4114800"/>
            <a:ext cx="1088136" cy="329184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19" y="4114800"/>
            <a:ext cx="1088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761"/>
                </a:solidFill>
                <a:latin typeface="Malgun Gothic"/>
              </a:rPr>
              <a:t>Docker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29215" y="4114800"/>
            <a:ext cx="1088136" cy="329184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9215" y="4114800"/>
            <a:ext cx="1088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761"/>
                </a:solidFill>
                <a:latin typeface="Malgun Gothic"/>
              </a:rPr>
              <a:t>AWS S3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문제 해결 역량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80"/>
                </a:solidFill>
                <a:latin typeface="Malgun Gothic"/>
              </a:rPr>
              <a:t>실무에서 경험한 기술적 도전과 해결 사례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8503920" cy="111556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64008" cy="11155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Malgun Gothic"/>
              </a:rPr>
              <a:t>🔍  N+1 쿼리 문제 해결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013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문제: 연관 엔티티 조회 시 쿼리 폭발로 API 응답 7초 이상 발생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756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해결: JPA Fetch Join + EntityGraph 적용, 쿼리 수 120개→3개로 감소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673352"/>
            <a:ext cx="246888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6733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Malgun Gothic"/>
              </a:rPr>
              <a:t>응답속도 7s → 1.2s (83% 개선)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560320"/>
            <a:ext cx="8503920" cy="111556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560320"/>
            <a:ext cx="64008" cy="11155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517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Malgun Gothic"/>
              </a:rPr>
              <a:t>⚡  동시성 이슈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358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문제: 재고 차감 API에서 Race Condition 발생, 재고 음수 현상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31012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해결: DB 비관적 락(Pessimistic Lock) + 트랜잭션 격리 수준 조정 적용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907791"/>
            <a:ext cx="246888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907791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Malgun Gothic"/>
              </a:rPr>
              <a:t>데이터 정합성 100% 보장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794760"/>
            <a:ext cx="8503920" cy="111556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794760"/>
            <a:ext cx="64008" cy="11155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8862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Malgun Gothic"/>
              </a:rPr>
              <a:t>📦  레거시 API 개선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702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문제: 무중단 배포 불가, 매주 새벽 점검 필요 (운영 부담)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445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해결: Blue-Green 배포 전략 도입 제안 및 Docker Compose 구성 담당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142232"/>
            <a:ext cx="246888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41422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Malgun Gothic"/>
              </a:rPr>
              <a:t>배포 중단 시간 60분→0분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지원 동기 &amp; 성장 비전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41605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4160520" cy="438912"/>
          </a:xfrm>
          <a:prstGeom prst="rect">
            <a:avLst/>
          </a:prstGeom>
          <a:solidFill>
            <a:srgbClr val="28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🎯  지원 동기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840480" cy="3108960"/>
          </a:xfrm>
          <a:prstGeom prst="rect">
            <a:avLst/>
          </a:prstGeom>
          <a:noFill/>
        </p:spPr>
        <p:txBody>
          <a:bodyPr wrap="square" l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6580"/>
                </a:solidFill>
                <a:latin typeface="Malgun Gothic"/>
              </a:rPr>
              <a:t>귀사의 대규모 서비스를 통해
실제 트래픽 환경에서의
백엔드 개발 역량을 높이고 싶습니다.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6580"/>
                </a:solidFill>
                <a:latin typeface="Malgun Gothic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6580"/>
                </a:solidFill>
                <a:latin typeface="Malgun Gothic"/>
              </a:rPr>
              <a:t>단순 기능 구현을 넘어 안정성과
확장성을 고려하는 설계 문화가
제 성장 방향과 일치합니다.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6580"/>
                </a:solidFill>
                <a:latin typeface="Malgun Gothic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6580"/>
                </a:solidFill>
                <a:latin typeface="Malgun Gothic"/>
              </a:rPr>
              <a:t>MSA 기반 아키텍처 전환 경험이
있는 팀에서 더 깊이 배우고
기여하고 싶습니다.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960120"/>
            <a:ext cx="41605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960120"/>
            <a:ext cx="4160520" cy="43891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0058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📈  성장 로드맵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508760"/>
            <a:ext cx="896112" cy="3291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508760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1년차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50876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  <a:latin typeface="Malgun Gothic"/>
              </a:rPr>
              <a:t>Spring 심화 학습
Kubernetes 실전 운영 경험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0" y="1892807"/>
            <a:ext cx="73152" cy="457200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0600" y="2587752"/>
            <a:ext cx="896112" cy="3291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2587752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2년차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587752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  <a:latin typeface="Malgun Gothic"/>
              </a:rPr>
              <a:t>마이크로서비스 설계 주도
기술 세션 발표 기여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60" y="2971800"/>
            <a:ext cx="73152" cy="457200"/>
          </a:xfrm>
          <a:prstGeom prst="rect">
            <a:avLst/>
          </a:prstGeom>
          <a:solidFill>
            <a:srgbClr val="7A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00600" y="3666744"/>
            <a:ext cx="896112" cy="3291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3666744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3년차+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666744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  <a:latin typeface="Malgun Gothic"/>
              </a:rPr>
              <a:t>시니어 개발자 성장
주니어 멘토링 &amp; 아키텍처 리드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253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1371600"/>
            <a:ext cx="2286000" cy="2286000"/>
          </a:xfrm>
          <a:prstGeom prst="ellipse">
            <a:avLst/>
          </a:prstGeom>
          <a:solidFill>
            <a:srgbClr val="2C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253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Malgun Gothic"/>
              </a:rPr>
              <a:t>감사합니다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AA3F5"/>
                </a:solidFill>
                <a:latin typeface="Malgun Gothic"/>
              </a:rPr>
              <a:t>무엇이든 질문해 주세요.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ACC"/>
                </a:solidFill>
                <a:latin typeface="Malgun Gothic"/>
              </a:rPr>
              <a:t>홍길동  |  📧 gildong@email.com  |  🔗 github.com/gildong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