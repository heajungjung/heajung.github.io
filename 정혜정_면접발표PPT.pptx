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-365760"/>
            <a:ext cx="3931920" cy="3931920"/>
          </a:xfrm>
          <a:prstGeom prst="ellipse">
            <a:avLst/>
          </a:prstGeom>
          <a:solidFill>
            <a:srgbClr val="22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23760" y="1371600"/>
            <a:ext cx="2103120" cy="2103120"/>
          </a:xfrm>
          <a:prstGeom prst="ellipse">
            <a:avLst/>
          </a:prstGeom>
          <a:solidFill>
            <a:srgbClr val="1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3383280"/>
            <a:ext cx="2834640" cy="2834640"/>
          </a:xfrm>
          <a:prstGeom prst="ellipse">
            <a:avLst/>
          </a:prstGeom>
          <a:solidFill>
            <a:srgbClr val="22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3840480"/>
            <a:ext cx="1371600" cy="1371600"/>
          </a:xfrm>
          <a:prstGeom prst="ellipse">
            <a:avLst/>
          </a:prstGeom>
          <a:solidFill>
            <a:srgbClr val="0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265176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61872"/>
            <a:ext cx="7315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88BBBB"/>
                </a:solidFill>
                <a:latin typeface="Malgun Gothic"/>
              </a:rPr>
              <a:t>INTERVIEW PRESENTATION · Full-Stack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640080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algun Gothic"/>
              </a:rPr>
              <a:t>정 혜 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99CCCC"/>
                </a:solidFill>
                <a:latin typeface="Malgun Gothic"/>
              </a:rPr>
              <a:t>풀스택 개발자 · 경력 5년 · 자동차 / 방산 도메인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46120"/>
            <a:ext cx="1357884" cy="329184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1357884" cy="32918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Java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9715" y="3246120"/>
            <a:ext cx="1924812" cy="329184"/>
          </a:xfrm>
          <a:prstGeom prst="rect">
            <a:avLst/>
          </a:prstGeom>
          <a:solidFill>
            <a:srgbClr val="0A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9715" y="3246120"/>
            <a:ext cx="1924812" cy="32918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Spring Boot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246120"/>
            <a:ext cx="1641348" cy="329184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46120"/>
            <a:ext cx="1641348" cy="32918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Fullstack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059" y="3246120"/>
            <a:ext cx="107442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5059" y="3246120"/>
            <a:ext cx="1074420" cy="32918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현대·기아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64008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668899"/>
                </a:solidFill>
                <a:latin typeface="Malgun Gothic"/>
              </a:rPr>
              <a:t>📧 heajung97@naver.com   |   📱 010-3887-2754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직무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Who I 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8503920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73152" cy="128016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024128"/>
            <a:ext cx="8138160" cy="11430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CCDDEE"/>
                </a:solidFill>
                <a:latin typeface="Malgun Gothic"/>
              </a:rPr>
              <a:t>웹 서비스 풀스택 개발과 자동차 도메인의 다양한 경험을 바탕으로,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CDDEE"/>
                </a:solidFill>
                <a:latin typeface="Malgun Gothic"/>
              </a:rPr>
              <a:t>현재는 인프라 단까지 아우르는 운영 업무를 담당하고 있습니다.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대량 데이터의 지연 없는 그리드 렌더링과 배치성 프로세스 설계에 특화,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소나큐브 정적분석 · 모의해킹 대응 · Nginx 보안 라우팅 등 보안·인프라 역량 확장 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95728"/>
            <a:ext cx="64008" cy="242316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487168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05456"/>
            <a:ext cx="19202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대용량 데이터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035808"/>
            <a:ext cx="256032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BOM 조회 5분 → 1분 미만
Oracle 조회비용 75% 절감
Hadoop ETL 파이프라인 구축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2395728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2395728"/>
            <a:ext cx="64008" cy="2423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487168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2505456"/>
            <a:ext cx="19202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보안 ·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035808"/>
            <a:ext cx="256032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Nginx 로드밸런싱 최적화
모의해킹 대응 &amp; 소나큐브
Linux 서버 운영 · 배포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2395728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2395728"/>
            <a:ext cx="64008" cy="2423160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487168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505456"/>
            <a:ext cx="19202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풀스택 개발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035808"/>
            <a:ext cx="256032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Java 21 + Spring Boot 백엔드
agGrid 대용량 그리드 렌더링
Thymeleaf + ES6+ 프론트엔드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8346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05840"/>
            <a:ext cx="256032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1536192"/>
            <a:ext cx="54864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Malgun Gothic"/>
              </a:rPr>
              <a:t>Java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1536192"/>
            <a:ext cx="54864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11095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Spring Boot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79" y="2157984"/>
            <a:ext cx="54864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Spring 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2157984"/>
            <a:ext cx="54864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11095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MyBatis / iBatis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2779776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79" y="2779776"/>
            <a:ext cx="54864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834640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RESTful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960120"/>
            <a:ext cx="28346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1005840"/>
            <a:ext cx="256032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79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79" y="1536192"/>
            <a:ext cx="54864" cy="3840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Malgun Gothic"/>
              </a:rPr>
              <a:t>Thymeleaf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79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79" y="1536192"/>
            <a:ext cx="54864" cy="3840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5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JavaScript ES6+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79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79" y="2157984"/>
            <a:ext cx="54864" cy="3840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1296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agGrid / tuiGrid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79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79" y="2157984"/>
            <a:ext cx="54864" cy="3840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5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jQuery / Ajax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79" y="2779776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79" y="2779776"/>
            <a:ext cx="54864" cy="3840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11296" y="2834640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React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960120"/>
            <a:ext cx="28346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1005840"/>
            <a:ext cx="256032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DB / Infra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1536192"/>
            <a:ext cx="54864" cy="38404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Malgun Gothic"/>
              </a:rPr>
              <a:t>MySQL / Oracle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536192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26679" y="1536192"/>
            <a:ext cx="54864" cy="38404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54696" y="1591056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Linux / Nginx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2157984"/>
            <a:ext cx="54864" cy="38404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3096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SonarQube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79" y="2157984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79" y="2157984"/>
            <a:ext cx="54864" cy="38404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54696" y="2212848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Git / SVN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2779776"/>
            <a:ext cx="1298448" cy="384048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55080" y="2779776"/>
            <a:ext cx="54864" cy="38404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2834640"/>
            <a:ext cx="1143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Malgun Gothic"/>
              </a:rPr>
              <a:t>Hadoop / HiveQL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498848"/>
            <a:ext cx="8595360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535424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Malgun Gothic"/>
              </a:rPr>
              <a:t>🏆  정보처리기사  ·  정보처리산업기사  ·  SQLD  ·  컴퓨터활용능력 1급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경력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Career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831" y="987552"/>
            <a:ext cx="45720" cy="384048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1060704"/>
            <a:ext cx="365760" cy="365760"/>
          </a:xfrm>
          <a:prstGeom prst="ellipse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24128"/>
            <a:ext cx="1600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1A2744"/>
                </a:solidFill>
                <a:latin typeface="Malgun Gothic"/>
              </a:rPr>
              <a:t>2022.03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987552"/>
            <a:ext cx="6309360" cy="713232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042416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신입 → 기초 다지기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344168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현대·기아 사내시스템 개선
Spring MVC · Oracle · SVN</a:t>
            </a:r>
          </a:p>
        </p:txBody>
      </p:sp>
      <p:sp>
        <p:nvSpPr>
          <p:cNvPr id="13" name="Oval 12"/>
          <p:cNvSpPr/>
          <p:nvPr/>
        </p:nvSpPr>
        <p:spPr>
          <a:xfrm>
            <a:off x="1920240" y="1819656"/>
            <a:ext cx="365760" cy="365760"/>
          </a:xfrm>
          <a:prstGeom prst="ellipse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1600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1A2744"/>
                </a:solidFill>
                <a:latin typeface="Malgun Gothic"/>
              </a:rPr>
              <a:t>2022.09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746504"/>
            <a:ext cx="6309360" cy="713232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801368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도메인 전문화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0312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기아 군수 중량관리 · 넥사크로 변환
군수 도메인 깊이 확보</a:t>
            </a:r>
          </a:p>
        </p:txBody>
      </p:sp>
      <p:sp>
        <p:nvSpPr>
          <p:cNvPr id="18" name="Oval 17"/>
          <p:cNvSpPr/>
          <p:nvPr/>
        </p:nvSpPr>
        <p:spPr>
          <a:xfrm>
            <a:off x="1920240" y="257860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542032"/>
            <a:ext cx="1600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Malgun Gothic"/>
              </a:rPr>
              <a:t>2023.05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505456"/>
            <a:ext cx="6309360" cy="713232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7168" y="2505456"/>
            <a:ext cx="6400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560320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빅데이터 ETL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862072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Hadoop / HiveQL 주행 데이터 파이프라인
Spotfire 대시보드 구축</a:t>
            </a:r>
          </a:p>
        </p:txBody>
      </p:sp>
      <p:sp>
        <p:nvSpPr>
          <p:cNvPr id="24" name="Oval 23"/>
          <p:cNvSpPr/>
          <p:nvPr/>
        </p:nvSpPr>
        <p:spPr>
          <a:xfrm>
            <a:off x="1920240" y="333756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300984"/>
            <a:ext cx="1600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Malgun Gothic"/>
              </a:rPr>
              <a:t>2024.10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3264408"/>
            <a:ext cx="6309360" cy="713232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3264408"/>
            <a:ext cx="6400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319272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성능 최적화 전문화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621024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BOM 조회 80% 개선 · Oracle 비용 75% 절감
대용량 처리 전문성 확보</a:t>
            </a:r>
          </a:p>
        </p:txBody>
      </p:sp>
      <p:sp>
        <p:nvSpPr>
          <p:cNvPr id="30" name="Oval 29"/>
          <p:cNvSpPr/>
          <p:nvPr/>
        </p:nvSpPr>
        <p:spPr>
          <a:xfrm>
            <a:off x="1920240" y="4096511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059935"/>
            <a:ext cx="16002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Malgun Gothic"/>
              </a:rPr>
              <a:t>2025.11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4023359"/>
            <a:ext cx="6309360" cy="713232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7168" y="4023359"/>
            <a:ext cx="6400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4078223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풀스택 + 보안·인프라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379975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방산보안포탈 풀스택 개발
Nginx · 모의해킹 대응 · DRM 연동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핵심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77824"/>
            <a:ext cx="8229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1">
                <a:solidFill>
                  <a:srgbClr val="556580"/>
                </a:solidFill>
                <a:latin typeface="Malgun Gothic"/>
              </a:rPr>
              <a:t>수치로 증명한 기술 개선 경험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2084831" cy="153619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2084831" cy="7498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Malgun Gothic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1901951" cy="65836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BOM 조회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응답속도 개선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5분 → 1분 미만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0591" y="1298448"/>
            <a:ext cx="2084831" cy="153619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1371600"/>
            <a:ext cx="2084831" cy="7498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0D7C7C"/>
                </a:solidFill>
                <a:latin typeface="Malgun Gothic"/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21408"/>
            <a:ext cx="1901951" cy="65836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Oracle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조회 비용 절감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1,300 → 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1298448"/>
            <a:ext cx="2084831" cy="153619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371600"/>
            <a:ext cx="2084831" cy="7498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6A5CBB"/>
                </a:solidFill>
                <a:latin typeface="Malgun Gothic"/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3" y="2121408"/>
            <a:ext cx="1901951" cy="65836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자격증 보유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(정보처리기사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SQLD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1298448"/>
            <a:ext cx="2084831" cy="153619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1371600"/>
            <a:ext cx="2084831" cy="7498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167F53"/>
                </a:solidFill>
                <a:latin typeface="Malgun Gothic"/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5" y="2121408"/>
            <a:ext cx="1901951" cy="658368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프로젝트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참여 및 완수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(현대·기아)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2816352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44368"/>
            <a:ext cx="64008" cy="19019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017520"/>
            <a:ext cx="2514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⚡ 쿼리 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401568"/>
            <a:ext cx="2514600" cy="1325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불필요한 Cursor 반복·Full Scan 제거
iBatis Iterator + Chunk(50건) 도입
순차처리 → 집합(Set) 기반 일괄처리 재설계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944368"/>
            <a:ext cx="2816352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944368"/>
            <a:ext cx="64008" cy="1901952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3017520"/>
            <a:ext cx="2514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🔄 아키텍처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3401568"/>
            <a:ext cx="2514600" cy="1325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화면 집중 로직 → 서비스 단 분산
Non-blocking 전환으로 UI 프리징 제거
하드코딩 → DB 메타데이터 분리로 운영비 절감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44368"/>
            <a:ext cx="2816352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44368"/>
            <a:ext cx="64008" cy="1901952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17520"/>
            <a:ext cx="2514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🌐 인프라 최적화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401568"/>
            <a:ext cx="2514600" cy="1325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Nginx server.conf 수정
web/was 이중화 트래픽 균등 분산
DRM 서비스 데몬 등록으로 자동 가용성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주요 프로젝트 ① — 기아 방산보안포탈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2025.11 ~ 2026.12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8229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자산 관리 시스템 풀스택 개발 및 서비스 배포·운영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41605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64008" cy="352044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1732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10512"/>
            <a:ext cx="1170432" cy="310896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1170432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Java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1810512"/>
            <a:ext cx="1682496" cy="310896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1810512"/>
            <a:ext cx="1682496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Spring Boot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1005840" cy="310896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94560"/>
            <a:ext cx="1005840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" y="2194560"/>
            <a:ext cx="1426464" cy="310896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8488" y="2194560"/>
            <a:ext cx="1426464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Thymeleaf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78608"/>
            <a:ext cx="2194560" cy="310896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78608"/>
            <a:ext cx="2194560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 i="0">
                <a:solidFill>
                  <a:srgbClr val="1A2744"/>
                </a:solidFill>
                <a:latin typeface="Malgun Gothic"/>
              </a:rPr>
              <a:t>JavaScript ES6+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7208" y="2578608"/>
            <a:ext cx="1042416" cy="310896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2578608"/>
            <a:ext cx="1042416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 i="0">
                <a:solidFill>
                  <a:srgbClr val="1A2744"/>
                </a:solidFill>
                <a:latin typeface="Malgun Gothic"/>
              </a:rPr>
              <a:t>agGrid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62656"/>
            <a:ext cx="1005840" cy="310896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62656"/>
            <a:ext cx="1005840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 i="0">
                <a:solidFill>
                  <a:srgbClr val="1A2744"/>
                </a:solidFill>
                <a:latin typeface="Malgun Gothic"/>
              </a:rPr>
              <a:t>Linux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" y="2962656"/>
            <a:ext cx="1005840" cy="310896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8488" y="2962656"/>
            <a:ext cx="1005840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 i="0">
                <a:solidFill>
                  <a:srgbClr val="1A2744"/>
                </a:solidFill>
                <a:latin typeface="Malgun Gothic"/>
              </a:rPr>
              <a:t>Nginx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325880"/>
            <a:ext cx="41605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325880"/>
            <a:ext cx="64008" cy="3520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141732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주요 구현 &amp; 해결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1810512"/>
            <a:ext cx="3886200" cy="512064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1847088"/>
            <a:ext cx="3657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Malgun Gothic"/>
              </a:rPr>
              <a:t>▸ 애자일 풀스택 개발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084831"/>
            <a:ext cx="365760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UI 설계 → 백엔드 데이터 연동 전 과정 주도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414016"/>
            <a:ext cx="3886200" cy="512064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2450592"/>
            <a:ext cx="3657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Malgun Gothic"/>
              </a:rPr>
              <a:t>▸ Nginx 로드밸런싱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2688336"/>
            <a:ext cx="365760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web/was 이중화 트래픽 균등 분산 최적화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017520"/>
            <a:ext cx="3886200" cy="512064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3054096"/>
            <a:ext cx="3657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Malgun Gothic"/>
              </a:rPr>
              <a:t>▸ DRM 서버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3291839"/>
            <a:ext cx="365760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Key 파일 자동 갱신 모니터링 · 서비스 데몬 등록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3621024"/>
            <a:ext cx="3886200" cy="512064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2" y="3657600"/>
            <a:ext cx="3657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Malgun Gothic"/>
              </a:rPr>
              <a:t>▸ 보안 라우팅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2" y="3895344"/>
            <a:ext cx="365760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내부 대시보드 필수 경로 Location 블록 재설정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4224528"/>
            <a:ext cx="3886200" cy="512064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9472" y="4261104"/>
            <a:ext cx="3657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Malgun Gothic"/>
              </a:rPr>
              <a:t>▸ 모의해킹 대응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4498848"/>
            <a:ext cx="365760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소나큐브 정적분석 · 보안 점검사항 전수 대응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주요 프로젝트 ② — 현대 주행 데이터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2023.05 ~ 2023.09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822960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Hadoop / HiveQL 기반 대용량 주행 데이터 ETL 파이프라인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325880"/>
            <a:ext cx="1298448" cy="11704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주행 데이터
CSV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19072"/>
            <a:ext cx="182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1325880"/>
            <a:ext cx="1298448" cy="1170432"/>
          </a:xfrm>
          <a:prstGeom prst="rect">
            <a:avLst/>
          </a:prstGeom>
          <a:solidFill>
            <a:srgbClr val="5A3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HDFS
적재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719072"/>
            <a:ext cx="182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1" y="1325880"/>
            <a:ext cx="1298448" cy="1170432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1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HiveQL
1차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719072"/>
            <a:ext cx="182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1325880"/>
            <a:ext cx="1298448" cy="1170432"/>
          </a:xfrm>
          <a:prstGeom prst="rect">
            <a:avLst/>
          </a:prstGeom>
          <a:solidFill>
            <a:srgbClr val="167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Java
복잡 연산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182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1325880"/>
            <a:ext cx="129844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192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Oracle DB
적재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719072"/>
            <a:ext cx="182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71231" y="1325880"/>
            <a:ext cx="1298448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1371600"/>
            <a:ext cx="1298448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1810512"/>
            <a:ext cx="1298448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Spotfire
대시보드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51760"/>
            <a:ext cx="416052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651760"/>
            <a:ext cx="64008" cy="22128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2743200"/>
            <a:ext cx="3840480" cy="20116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A2744"/>
                </a:solidFill>
                <a:latin typeface="Malgun Gothic"/>
              </a:rPr>
              <a:t>HiveQL 1차 전처리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비정상 데이터 필터링 (음수 속도·RPM 제거)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차량 ID × 시간 단위 집계 (평균속도·RPM·연료소비)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대용량 데이터를 SQL로 1차 정제 후 Java로 전달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651760"/>
            <a:ext cx="416052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2651760"/>
            <a:ext cx="64008" cy="22128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2" y="2743200"/>
            <a:ext cx="3840480" cy="20116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A2744"/>
                </a:solidFill>
                <a:latin typeface="Malgun Gothic"/>
              </a:rPr>
              <a:t>Java 2차 연산 &amp; Spotfire 시각화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연비·에코드라이빙 점수·이상주행 감지 Java 연산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기간별(주/월) 배치 성능 검증 및 안정화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연구원 분석용 Spotfire 대시보드 개발·납품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성능 최적화 &amp; 문제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Performance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1">
                <a:solidFill>
                  <a:srgbClr val="556580"/>
                </a:solidFill>
                <a:latin typeface="Malgun Gothic"/>
              </a:rPr>
              <a:t>단순 기능 구현을 넘어, 문제를 분석하고 측정 가능한 결과를 만들었습니다.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8503920" cy="1115568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64008" cy="11155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371600"/>
            <a:ext cx="45720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⚡ 현대 상용 시작차 관리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55648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algun Gothic"/>
              </a:rPr>
              <a:t>문제: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55648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BOM 조회 로직에 불필요한 Cursor 반복 + Full Scan으로 응답 5분 소요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029967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0D7C7C"/>
                </a:solidFill>
                <a:latin typeface="Malgun Gothic"/>
              </a:rPr>
              <a:t>해결: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29967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Cursor 반복 제거, Full Scan 인덱스 최적화, 집합(Set) 기반 일괄처리로 재설계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554480"/>
            <a:ext cx="2743200" cy="53035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554480"/>
            <a:ext cx="2743200" cy="53035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Malgun Gothic"/>
              </a:rPr>
              <a:t>5분 → 1분 미만 (80% 개선)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32888"/>
            <a:ext cx="8503920" cy="1115568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532888"/>
            <a:ext cx="64008" cy="111556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606040"/>
            <a:ext cx="45720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💾 현대 전자 부품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2990088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algun Gothic"/>
              </a:rPr>
              <a:t>문제: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90088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순차 처리 방식으로 Oracle 조회 비용 1,300 발생, 메모리 점유·속도 저하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3264408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0D7C7C"/>
                </a:solidFill>
                <a:latin typeface="Malgun Gothic"/>
              </a:rPr>
              <a:t>해결: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264408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iBatis Iterator + Chunk 50건 단위 처리 도입, 집합 기반 일괄처리 재설계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788920"/>
            <a:ext cx="2743200" cy="53035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788920"/>
            <a:ext cx="2743200" cy="53035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0D7C7C"/>
                </a:solidFill>
                <a:latin typeface="Malgun Gothic"/>
              </a:rPr>
              <a:t>Oracle 비용 1,300 → 300 (75% 절감)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67328"/>
            <a:ext cx="8503920" cy="1115568"/>
          </a:xfrm>
          <a:prstGeom prst="rect">
            <a:avLst/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67328"/>
            <a:ext cx="64008" cy="111556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3840480"/>
            <a:ext cx="45720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Malgun Gothic"/>
              </a:rPr>
              <a:t>🔧 현대 전자 부품 시스템 (코드 품질)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4224528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algun Gothic"/>
              </a:rPr>
              <a:t>문제: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24528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비즈니스 로직 내 하드코딩 값으로 오류 수정 시 매번 배포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4498848"/>
            <a:ext cx="5029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 i="0">
                <a:solidFill>
                  <a:srgbClr val="0D7C7C"/>
                </a:solidFill>
                <a:latin typeface="Malgun Gothic"/>
              </a:rPr>
              <a:t>해결: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498848"/>
            <a:ext cx="4572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DB 기반 메타데이터(공통 코드/규칙 테이블)로 분리 재설계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4023360"/>
            <a:ext cx="2743200" cy="53035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023360"/>
            <a:ext cx="2743200" cy="53035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6A5CBB"/>
                </a:solidFill>
                <a:latin typeface="Malgun Gothic"/>
              </a:rPr>
              <a:t>코드 수정 없이 즉시 오류 수정 → 운영 비용 절감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4114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보안 &amp; 인프라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88AACC"/>
                </a:solidFill>
                <a:latin typeface="Malgun Gothic"/>
              </a:rPr>
              <a:t>Security ·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1">
                <a:solidFill>
                  <a:srgbClr val="556580"/>
                </a:solidFill>
                <a:latin typeface="Malgun Gothic"/>
              </a:rPr>
              <a:t>개발을 넘어 배포·운영·보안까지 — 서비스 전 주기를 다룹니다.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1605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64008" cy="16642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463039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39"/>
            <a:ext cx="3200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모의해킹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20240"/>
            <a:ext cx="384048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소나큐브 정적분석으로 취약점 사전 파악
모의해킹 보안 점검사항 전수 대응
REST API POST 방식 전환으로 취약점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1298448"/>
            <a:ext cx="41605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79" y="1298448"/>
            <a:ext cx="64008" cy="166420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1" y="1463039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19" y="1463039"/>
            <a:ext cx="3200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Nginx 로드밸런싱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1" y="1920240"/>
            <a:ext cx="384048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web/was 이중화 환경에서 트래픽 쏠림 현상 해결
server.conf 수정으로 트래픽 균등 분산
Location 블록으로 URL 패턴별 보안 라우팅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27248"/>
            <a:ext cx="41605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27248"/>
            <a:ext cx="64008" cy="1664208"/>
          </a:xfrm>
          <a:prstGeom prst="rect">
            <a:avLst/>
          </a:prstGeom>
          <a:solidFill>
            <a:srgbClr val="6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291840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시스템 가용성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749039"/>
            <a:ext cx="384048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DRM 서비스 .service 파일 작성
Linux systemd 데몬 등록으로 자동 재기동
서버 재기동 시 무중단 서비스 운영 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79" y="3127248"/>
            <a:ext cx="41605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79" y="3127248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1" y="3291840"/>
            <a:ext cx="54864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0" i="0">
                <a:latin typeface="Segoe UI Emoji"/>
              </a:rPr>
              <a:t>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19" y="3291840"/>
            <a:ext cx="3200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Malgun Gothic"/>
              </a:rPr>
              <a:t>Linux 서버 운영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1" y="3749039"/>
            <a:ext cx="384048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Linux 기반 애플리케이션 배포 전담
Batch 서버 모니터링 및 장애 대응
서버 VOC 접수 → 즉시 해결 체계 운영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-365760"/>
            <a:ext cx="4114800" cy="4114800"/>
          </a:xfrm>
          <a:prstGeom prst="ellipse">
            <a:avLst/>
          </a:prstGeom>
          <a:solidFill>
            <a:srgbClr val="22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0" y="1371600"/>
            <a:ext cx="2286000" cy="2286000"/>
          </a:xfrm>
          <a:prstGeom prst="ellipse">
            <a:avLst/>
          </a:prstGeom>
          <a:solidFill>
            <a:srgbClr val="1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3200400"/>
            <a:ext cx="2926080" cy="2926080"/>
          </a:xfrm>
          <a:prstGeom prst="ellipse">
            <a:avLst/>
          </a:prstGeom>
          <a:solidFill>
            <a:srgbClr val="22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0" y="3474720"/>
            <a:ext cx="1828800" cy="1828800"/>
          </a:xfrm>
          <a:prstGeom prst="ellipse">
            <a:avLst/>
          </a:prstGeom>
          <a:solidFill>
            <a:srgbClr val="0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265176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16152"/>
            <a:ext cx="7315200" cy="3840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88BBBB"/>
                </a:solidFill>
                <a:latin typeface="Malgun Gothic"/>
              </a:rPr>
              <a:t>풀스택 · 성능 · 보안 · 인프라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64208"/>
            <a:ext cx="7315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기술의 폭과 깊이, 두 가지를 함께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0A9B9B"/>
                </a:solidFill>
                <a:latin typeface="Malgun Gothic"/>
              </a:rPr>
              <a:t>개발·운영·보안까지 서비스 전 주기를 경험한 개발자입니다.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971800"/>
            <a:ext cx="7315200" cy="36576"/>
          </a:xfrm>
          <a:prstGeom prst="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73152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  <a:latin typeface="Malgun Gothic"/>
              </a:rPr>
              <a:t>✓  대용량 처리 최적화 경험 (80% 성능 개선 달성)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74720"/>
            <a:ext cx="73152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  <a:latin typeface="Malgun Gothic"/>
              </a:rPr>
              <a:t>✓  현대·기아 자동차 도메인 깊이 있는 경험 (5년)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822191"/>
            <a:ext cx="73152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  <a:latin typeface="Malgun Gothic"/>
              </a:rPr>
              <a:t>✓  Hadoop ETL · Nginx · 모의해킹 대응 등 인프라·보안 역량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98848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 i="0">
                <a:solidFill>
                  <a:srgbClr val="557788"/>
                </a:solidFill>
                <a:latin typeface="Malgun Gothic"/>
              </a:rPr>
              <a:t>감사합니다   |   정혜정   |   heajung97@naver.com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